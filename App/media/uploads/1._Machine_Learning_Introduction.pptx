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9123" y="-16052"/>
            <a:ext cx="11893753" cy="1422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hyperlink" Target="New%20folder/Amazon%20Go%20and%20the%20world&#8217;s%20most%20advanced%20shopping%20technology.mp4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534" y="217714"/>
            <a:ext cx="11733981" cy="64044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0"/>
              <a:ext cx="990600" cy="9601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74220" cy="6720840"/>
            <a:chOff x="0" y="0"/>
            <a:chExt cx="12174220" cy="6720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254" y="207818"/>
              <a:ext cx="10910806" cy="648014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199" cy="13106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56533"/>
              <a:ext cx="12192000" cy="660146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143000" cy="12649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16640" y="0"/>
              <a:ext cx="975359" cy="9601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3587496" cy="1447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63783" y="0"/>
              <a:ext cx="1499616" cy="1676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3840" y="0"/>
            <a:ext cx="11848465" cy="6720840"/>
            <a:chOff x="343840" y="0"/>
            <a:chExt cx="11848465" cy="6720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3840" y="295211"/>
              <a:ext cx="11447012" cy="621080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96983" y="0"/>
              <a:ext cx="2795016" cy="1219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1001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How</a:t>
            </a:r>
            <a:r>
              <a:rPr sz="4800" spc="-90" dirty="0"/>
              <a:t> </a:t>
            </a:r>
            <a:r>
              <a:rPr sz="4800" dirty="0"/>
              <a:t>Machine</a:t>
            </a:r>
            <a:r>
              <a:rPr sz="4800" spc="-60" dirty="0"/>
              <a:t> </a:t>
            </a:r>
            <a:r>
              <a:rPr sz="4800" dirty="0"/>
              <a:t>will</a:t>
            </a:r>
            <a:r>
              <a:rPr sz="4800" spc="-30" dirty="0"/>
              <a:t> </a:t>
            </a:r>
            <a:r>
              <a:rPr sz="4800" dirty="0"/>
              <a:t>Learn</a:t>
            </a:r>
            <a:r>
              <a:rPr sz="4800" spc="-95" dirty="0"/>
              <a:t> </a:t>
            </a:r>
            <a:r>
              <a:rPr sz="4800" dirty="0"/>
              <a:t>like</a:t>
            </a:r>
            <a:r>
              <a:rPr sz="4800" spc="-80" dirty="0"/>
              <a:t> </a:t>
            </a:r>
            <a:r>
              <a:rPr sz="4800" dirty="0"/>
              <a:t>Human</a:t>
            </a:r>
            <a:r>
              <a:rPr sz="4800" spc="-45" dirty="0"/>
              <a:t> </a:t>
            </a:r>
            <a:r>
              <a:rPr sz="4800" spc="-10" dirty="0"/>
              <a:t>Learning?</a:t>
            </a:r>
            <a:endParaRPr sz="4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886456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65608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How</a:t>
            </a:r>
            <a:r>
              <a:rPr sz="4800" spc="-100" dirty="0"/>
              <a:t> </a:t>
            </a:r>
            <a:r>
              <a:rPr sz="4800" dirty="0"/>
              <a:t>does</a:t>
            </a:r>
            <a:r>
              <a:rPr sz="4800" spc="-85" dirty="0"/>
              <a:t> </a:t>
            </a:r>
            <a:r>
              <a:rPr sz="4800" dirty="0"/>
              <a:t>Machine</a:t>
            </a:r>
            <a:r>
              <a:rPr sz="4800" spc="-55" dirty="0"/>
              <a:t> </a:t>
            </a:r>
            <a:r>
              <a:rPr sz="4800" dirty="0"/>
              <a:t>Learning</a:t>
            </a:r>
            <a:r>
              <a:rPr sz="4800" spc="-50" dirty="0"/>
              <a:t> </a:t>
            </a:r>
            <a:r>
              <a:rPr sz="4800" spc="-20" dirty="0"/>
              <a:t>work</a:t>
            </a:r>
            <a:endParaRPr sz="4800"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74220" cy="6720840"/>
            <a:chOff x="0" y="0"/>
            <a:chExt cx="12174220" cy="67208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461" y="1647699"/>
              <a:ext cx="11938000" cy="478575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588007" cy="1752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7441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10"/>
              </a:spcBef>
            </a:pPr>
            <a:r>
              <a:rPr sz="5200" dirty="0"/>
              <a:t>Machine</a:t>
            </a:r>
            <a:r>
              <a:rPr sz="5200" spc="-80" dirty="0"/>
              <a:t> </a:t>
            </a:r>
            <a:r>
              <a:rPr sz="5200" dirty="0"/>
              <a:t>Learning</a:t>
            </a:r>
            <a:r>
              <a:rPr sz="5200" spc="-45" dirty="0"/>
              <a:t> </a:t>
            </a:r>
            <a:r>
              <a:rPr sz="5200" dirty="0"/>
              <a:t>Engineer</a:t>
            </a:r>
            <a:r>
              <a:rPr sz="5200" spc="-75" dirty="0"/>
              <a:t> </a:t>
            </a:r>
            <a:r>
              <a:rPr sz="5200" spc="-10" dirty="0"/>
              <a:t>Responsibilities</a:t>
            </a:r>
            <a:endParaRPr sz="5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602736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918" rIns="0" bIns="0" rtlCol="0">
            <a:spAutoFit/>
          </a:bodyPr>
          <a:lstStyle/>
          <a:p>
            <a:pPr marL="2445385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Machine</a:t>
            </a:r>
            <a:r>
              <a:rPr sz="4800" spc="-125" dirty="0"/>
              <a:t> </a:t>
            </a:r>
            <a:r>
              <a:rPr sz="4800" dirty="0"/>
              <a:t>Learning</a:t>
            </a:r>
            <a:r>
              <a:rPr sz="4800" spc="-114" dirty="0"/>
              <a:t> </a:t>
            </a:r>
            <a:r>
              <a:rPr sz="4800" dirty="0"/>
              <a:t>Life</a:t>
            </a:r>
            <a:r>
              <a:rPr sz="4800" spc="-114" dirty="0"/>
              <a:t> </a:t>
            </a:r>
            <a:r>
              <a:rPr sz="4800" spc="-10" dirty="0"/>
              <a:t>Cycle</a:t>
            </a:r>
            <a:endParaRPr sz="4800"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74220" cy="6858000"/>
            <a:chOff x="0" y="0"/>
            <a:chExt cx="1217422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838198"/>
              <a:ext cx="11658600" cy="6019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752599" cy="19507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7799" rIns="0" bIns="0" rtlCol="0">
            <a:spAutoFit/>
          </a:bodyPr>
          <a:lstStyle/>
          <a:p>
            <a:pPr marL="250952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Features</a:t>
            </a:r>
            <a:r>
              <a:rPr sz="4800" spc="-75" dirty="0"/>
              <a:t> </a:t>
            </a:r>
            <a:r>
              <a:rPr sz="4800" dirty="0"/>
              <a:t>of</a:t>
            </a:r>
            <a:r>
              <a:rPr sz="4800" spc="-80" dirty="0"/>
              <a:t> </a:t>
            </a:r>
            <a:r>
              <a:rPr sz="4800" dirty="0"/>
              <a:t>Machine</a:t>
            </a:r>
            <a:r>
              <a:rPr sz="4800" spc="-85" dirty="0"/>
              <a:t> </a:t>
            </a:r>
            <a:r>
              <a:rPr sz="4800" spc="-10" dirty="0"/>
              <a:t>Learning</a:t>
            </a:r>
            <a:endParaRPr sz="4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374136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231" rIns="0" bIns="0" rtlCol="0">
            <a:spAutoFit/>
          </a:bodyPr>
          <a:lstStyle/>
          <a:p>
            <a:pPr marL="2686685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History</a:t>
            </a:r>
            <a:r>
              <a:rPr sz="4400" spc="-90" dirty="0"/>
              <a:t> </a:t>
            </a:r>
            <a:r>
              <a:rPr sz="4400" dirty="0"/>
              <a:t>of</a:t>
            </a:r>
            <a:r>
              <a:rPr sz="4400" spc="-120" dirty="0"/>
              <a:t> </a:t>
            </a:r>
            <a:r>
              <a:rPr sz="4400" dirty="0"/>
              <a:t>Machine</a:t>
            </a:r>
            <a:r>
              <a:rPr sz="4400" spc="-95" dirty="0"/>
              <a:t> </a:t>
            </a:r>
            <a:r>
              <a:rPr sz="4400" spc="-10" dirty="0"/>
              <a:t>Learning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" y="819910"/>
              <a:ext cx="12176760" cy="60380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838200" cy="914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118" rIns="0" bIns="0" rtlCol="0">
            <a:spAutoFit/>
          </a:bodyPr>
          <a:lstStyle/>
          <a:p>
            <a:pPr marL="1857375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Applications</a:t>
            </a:r>
            <a:r>
              <a:rPr sz="4800" spc="-110" dirty="0"/>
              <a:t> </a:t>
            </a:r>
            <a:r>
              <a:rPr sz="4800" dirty="0"/>
              <a:t>of</a:t>
            </a:r>
            <a:r>
              <a:rPr sz="4800" spc="-95" dirty="0"/>
              <a:t> </a:t>
            </a:r>
            <a:r>
              <a:rPr sz="4800" dirty="0"/>
              <a:t>Machine</a:t>
            </a:r>
            <a:r>
              <a:rPr sz="4800" spc="-85" dirty="0"/>
              <a:t> </a:t>
            </a:r>
            <a:r>
              <a:rPr sz="4800" spc="-10" dirty="0"/>
              <a:t>learning</a:t>
            </a:r>
            <a:endParaRPr sz="4800"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74220" cy="6814184"/>
            <a:chOff x="0" y="0"/>
            <a:chExt cx="12174220" cy="681418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7846" y="1023499"/>
              <a:ext cx="10609384" cy="579063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969007" cy="2209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" cy="990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74220" cy="6720840"/>
            <a:chOff x="0" y="0"/>
            <a:chExt cx="12174220" cy="67208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069" y="548639"/>
              <a:ext cx="11317356" cy="57778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5657088" cy="2438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1857"/>
              <a:ext cx="12192000" cy="682614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10671" y="0"/>
              <a:ext cx="1459992" cy="1524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74220" cy="6855459"/>
            <a:chOff x="0" y="0"/>
            <a:chExt cx="12174220" cy="685545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35116" cy="68549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5330952" cy="2286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45" y="77637"/>
            <a:ext cx="12164695" cy="6643370"/>
            <a:chOff x="13745" y="77637"/>
            <a:chExt cx="12164695" cy="66433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45" y="77637"/>
              <a:ext cx="12164509" cy="644393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54512" y="5257799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49000" y="0"/>
              <a:ext cx="990600" cy="9601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>
              <a:hlinkClick r:id="rId2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21335"/>
            <a:ext cx="12098020" cy="6837045"/>
            <a:chOff x="76200" y="21335"/>
            <a:chExt cx="12098020" cy="68370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605" y="238905"/>
              <a:ext cx="11730901" cy="661909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21335"/>
              <a:ext cx="1816608" cy="22646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246" rIns="0" bIns="0" rtlCol="0">
            <a:spAutoFit/>
          </a:bodyPr>
          <a:lstStyle/>
          <a:p>
            <a:pPr marL="222631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Supervised</a:t>
            </a:r>
            <a:r>
              <a:rPr sz="4800" spc="-125" dirty="0"/>
              <a:t> </a:t>
            </a:r>
            <a:r>
              <a:rPr sz="4800" dirty="0"/>
              <a:t>Machine</a:t>
            </a:r>
            <a:r>
              <a:rPr sz="4800" spc="-75" dirty="0"/>
              <a:t> </a:t>
            </a:r>
            <a:r>
              <a:rPr sz="4800" spc="-10" dirty="0"/>
              <a:t>Learning</a:t>
            </a:r>
            <a:endParaRPr sz="4800"/>
          </a:p>
        </p:txBody>
      </p:sp>
      <p:grpSp>
        <p:nvGrpSpPr>
          <p:cNvPr id="3" name="object 3"/>
          <p:cNvGrpSpPr/>
          <p:nvPr/>
        </p:nvGrpSpPr>
        <p:grpSpPr>
          <a:xfrm>
            <a:off x="142239" y="85343"/>
            <a:ext cx="12031980" cy="6635750"/>
            <a:chOff x="142239" y="85343"/>
            <a:chExt cx="12031980" cy="66357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239" y="973834"/>
              <a:ext cx="12009119" cy="542848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855" y="85343"/>
              <a:ext cx="712381" cy="8534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4511" y="5257799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6844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Types</a:t>
            </a:r>
            <a:r>
              <a:rPr sz="4400" spc="-165" dirty="0"/>
              <a:t> </a:t>
            </a:r>
            <a:r>
              <a:rPr sz="4400" dirty="0"/>
              <a:t>of</a:t>
            </a:r>
            <a:r>
              <a:rPr sz="4400" spc="-145" dirty="0"/>
              <a:t> </a:t>
            </a:r>
            <a:r>
              <a:rPr sz="4400" dirty="0"/>
              <a:t>Supervised</a:t>
            </a:r>
            <a:r>
              <a:rPr sz="4400" spc="-140" dirty="0"/>
              <a:t> </a:t>
            </a:r>
            <a:r>
              <a:rPr sz="4400" dirty="0"/>
              <a:t>Machine</a:t>
            </a:r>
            <a:r>
              <a:rPr sz="4400" spc="-135" dirty="0"/>
              <a:t> </a:t>
            </a:r>
            <a:r>
              <a:rPr sz="4400" dirty="0"/>
              <a:t>Learning</a:t>
            </a:r>
            <a:r>
              <a:rPr sz="4400" spc="-114" dirty="0"/>
              <a:t> </a:t>
            </a:r>
            <a:r>
              <a:rPr sz="4400" spc="-10" dirty="0"/>
              <a:t>Algorithms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213359" y="1151382"/>
            <a:ext cx="11960860" cy="5569585"/>
            <a:chOff x="213359" y="1151382"/>
            <a:chExt cx="11960860" cy="55695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359" y="1151382"/>
              <a:ext cx="11612880" cy="555421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54512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118" rIns="0" bIns="0" rtlCol="0">
            <a:spAutoFit/>
          </a:bodyPr>
          <a:lstStyle/>
          <a:p>
            <a:pPr marL="2534285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Unsupervised</a:t>
            </a:r>
            <a:r>
              <a:rPr sz="4800" spc="-105" dirty="0"/>
              <a:t> </a:t>
            </a:r>
            <a:r>
              <a:rPr sz="4800" dirty="0"/>
              <a:t>Machine</a:t>
            </a:r>
            <a:r>
              <a:rPr sz="4800" spc="-65" dirty="0"/>
              <a:t> </a:t>
            </a:r>
            <a:r>
              <a:rPr sz="4800" spc="-10" dirty="0"/>
              <a:t>Learning</a:t>
            </a:r>
            <a:endParaRPr sz="4800"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16278"/>
              <a:ext cx="12192000" cy="61417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3212592" cy="1295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55700">
              <a:lnSpc>
                <a:spcPct val="100000"/>
              </a:lnSpc>
              <a:spcBef>
                <a:spcPts val="95"/>
              </a:spcBef>
            </a:pPr>
            <a:r>
              <a:rPr dirty="0"/>
              <a:t>Types</a:t>
            </a:r>
            <a:r>
              <a:rPr spc="-185" dirty="0"/>
              <a:t> </a:t>
            </a:r>
            <a:r>
              <a:rPr dirty="0"/>
              <a:t>of</a:t>
            </a:r>
            <a:r>
              <a:rPr spc="-165" dirty="0"/>
              <a:t> </a:t>
            </a:r>
            <a:r>
              <a:rPr dirty="0"/>
              <a:t>Unsupervised</a:t>
            </a:r>
            <a:r>
              <a:rPr spc="-160" dirty="0"/>
              <a:t> </a:t>
            </a:r>
            <a:r>
              <a:rPr dirty="0"/>
              <a:t>Learning</a:t>
            </a:r>
            <a:r>
              <a:rPr spc="-140" dirty="0"/>
              <a:t> </a:t>
            </a:r>
            <a:r>
              <a:rPr spc="-10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74220" cy="6720840"/>
            <a:chOff x="0" y="0"/>
            <a:chExt cx="12174220" cy="67208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" y="1248560"/>
              <a:ext cx="11673840" cy="50157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68423" cy="2133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54511" y="5257800"/>
              <a:ext cx="1219200" cy="1463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50</Words>
  <Application>Microsoft Office PowerPoint</Application>
  <PresentationFormat>Widescreen</PresentationFormat>
  <Paragraphs>11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Machine will Learn like Human Learning?</vt:lpstr>
      <vt:lpstr>How does Machine Learning work</vt:lpstr>
      <vt:lpstr>Machine Learning Engineer Responsibilities</vt:lpstr>
      <vt:lpstr>Machine Learning Life Cycle</vt:lpstr>
      <vt:lpstr>Features of Machine Learning</vt:lpstr>
      <vt:lpstr>History of Machine Learning</vt:lpstr>
      <vt:lpstr>Applications of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Supervised Machine Learning</vt:lpstr>
      <vt:lpstr>Types of Supervised Machine Learning Algorithms</vt:lpstr>
      <vt:lpstr>Unsupervised Machine Learning</vt:lpstr>
      <vt:lpstr>Types of Unsupervised Learning 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DATAhill Solutions</dc:creator>
  <cp:keywords>www.datahill.in</cp:keywords>
  <cp:lastModifiedBy>Akbar Pasha</cp:lastModifiedBy>
  <cp:revision>1</cp:revision>
  <dcterms:created xsi:type="dcterms:W3CDTF">2026-01-27T07:20:19Z</dcterms:created>
  <dcterms:modified xsi:type="dcterms:W3CDTF">2026-01-27T07:22:12Z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2020-10-27T00:00:00Z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2026-01-27T00:00:00Z</vt:filetime>
  </property>
  <property fmtid="{D5CDD505-2E9C-101B-9397-08002B2CF9AE}" pid="5" name="Producer">
    <vt:lpwstr>3-Heights(TM) PDF Security Shell 4.8.25.2 (http://www.pdf-tools.com)</vt:lpwstr>
  </property>
</Properties>
</file>